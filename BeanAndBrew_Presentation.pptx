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6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4963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3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914400"/>
            <a:ext cx="3840480" cy="3840480"/>
          </a:xfrm>
          <a:prstGeom prst="ellipse">
            <a:avLst/>
          </a:prstGeom>
          <a:solidFill>
            <a:srgbClr val="E8871E">
              <a:alpha val="25000"/>
            </a:srgbClr>
          </a:solidFill>
          <a:ln w="12700">
            <a:solidFill>
              <a:srgbClr val="E8871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377440"/>
            <a:ext cx="2926080" cy="2926080"/>
          </a:xfrm>
          <a:prstGeom prst="ellipse">
            <a:avLst/>
          </a:prstGeom>
          <a:solidFill>
            <a:srgbClr val="1F8A80">
              <a:alpha val="30000"/>
            </a:srgbClr>
          </a:solidFill>
          <a:ln w="12700">
            <a:solidFill>
              <a:srgbClr val="1F8A8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Bean &amp; Brew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2B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Cafe Ordering System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Web Forms (.NET Framework) and C#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Faizal Ahmed, Yash Parmar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Enrollment: 2505112120039, 2505112120019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&amp; Brew is a web application where customers view a cafe menu, build an order and place it online. It uses basic Web Forms controls and C# code-behind, and needs no database.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1188720"/>
            <a:ext cx="3657600" cy="1600200"/>
          </a:xfrm>
          <a:prstGeom prst="roundRect">
            <a:avLst>
              <a:gd name="adj" fmla="val 6857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30368" y="1389888"/>
            <a:ext cx="237744" cy="23774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30368" y="1719072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230368" y="2103120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order-taking causes waiting time and mistakes.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3017520"/>
            <a:ext cx="3657600" cy="1600200"/>
          </a:xfrm>
          <a:prstGeom prst="roundRect">
            <a:avLst>
              <a:gd name="adj" fmla="val 6857"/>
            </a:avLst>
          </a:prstGeom>
          <a:solidFill>
            <a:srgbClr val="2B1D14"/>
          </a:solidFill>
          <a:ln w="12700">
            <a:solidFill>
              <a:srgbClr val="2B1D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30368" y="3218688"/>
            <a:ext cx="237744" cy="23774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30368" y="3547872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230368" y="3931920"/>
            <a:ext cx="3255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page with a live total and instant confirmation.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435608"/>
            <a:ext cx="237744" cy="23774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76479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menu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4884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descriptions and prices.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68980" y="12344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0148" y="1435608"/>
            <a:ext cx="237744" cy="23774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0148" y="176479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by category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70148" y="214884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Coffee, Tea and Bakery.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2344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1928" y="1435608"/>
            <a:ext cx="237744" cy="23774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81928" y="176479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the cart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81928" y="214884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change quantity, remove.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218688"/>
            <a:ext cx="237744" cy="23774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54787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total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393192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updates instantly.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68980" y="30175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0148" y="3218688"/>
            <a:ext cx="237744" cy="23774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0148" y="354787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orders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470148" y="393192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order number.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80760" y="30175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3218688"/>
            <a:ext cx="237744" cy="23774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81928" y="354787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interface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281928" y="393192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glass design.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D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Studio (2017 / 2019 / 2022)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.NET Framework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ASP.NET with .NET Framework 4.5 or above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Chrome / Microsoft Edge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C# (code-behind)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end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HTML5 and CSS3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481328"/>
            <a:ext cx="237744" cy="23774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81051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9456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Default.aspx with Repeater controls for categories, menu cards and cart lines.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68980" y="12801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0148" y="1481328"/>
            <a:ext cx="237744" cy="23774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0148" y="181051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70148" y="219456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Default.aspx.cs handles clicks, updates the cart and rebinds data in Page_PreRender.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2801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1928" y="1481328"/>
            <a:ext cx="237744" cy="23774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81928" y="181051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81928" y="219456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is a list of Product objects. Cart is a dictionary stored in Session.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2651760"/>
          </a:xfrm>
          <a:prstGeom prst="roundRect">
            <a:avLst>
              <a:gd name="adj" fmla="val 6000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572768"/>
            <a:ext cx="457200" cy="45720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6060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category chip to filter the menu.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87752" y="1371600"/>
            <a:ext cx="1828800" cy="2651760"/>
          </a:xfrm>
          <a:prstGeom prst="roundRect">
            <a:avLst>
              <a:gd name="adj" fmla="val 6000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1572768"/>
            <a:ext cx="457200" cy="45720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6060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Add to put items in the order.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18304" y="1371600"/>
            <a:ext cx="1828800" cy="2651760"/>
          </a:xfrm>
          <a:prstGeom prst="roundRect">
            <a:avLst>
              <a:gd name="adj" fmla="val 6000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9472" y="1572768"/>
            <a:ext cx="457200" cy="45720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9472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919472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919472" y="26060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quantities and check the total.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48856" y="1371600"/>
            <a:ext cx="1828800" cy="2651760"/>
          </a:xfrm>
          <a:prstGeom prst="roundRect">
            <a:avLst>
              <a:gd name="adj" fmla="val 6000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50024" y="1572768"/>
            <a:ext cx="457200" cy="45720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50024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050024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50024" y="26060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name and place the order.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1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Interface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Glassmorphism: frosted, translucent panels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glowing background behind the glass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cards with icon, price and Add button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order panel with live total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on desktop and mobile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37760" y="1188720"/>
            <a:ext cx="3749040" cy="3383280"/>
          </a:xfrm>
          <a:prstGeom prst="roundRect">
            <a:avLst>
              <a:gd name="adj" fmla="val 4054"/>
            </a:avLst>
          </a:prstGeom>
          <a:solidFill>
            <a:srgbClr val="1B1310"/>
          </a:solidFill>
          <a:ln w="12700">
            <a:solidFill>
              <a:srgbClr val="1B131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0" y="1371600"/>
            <a:ext cx="1645920" cy="1645920"/>
          </a:xfrm>
          <a:prstGeom prst="ellipse">
            <a:avLst/>
          </a:prstGeom>
          <a:solidFill>
            <a:srgbClr val="E8871E">
              <a:alpha val="45000"/>
            </a:srgbClr>
          </a:solidFill>
          <a:ln w="12700">
            <a:solidFill>
              <a:srgbClr val="E8871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2926080"/>
            <a:ext cx="1463040" cy="1463040"/>
          </a:xfrm>
          <a:prstGeom prst="ellipse">
            <a:avLst/>
          </a:prstGeom>
          <a:solidFill>
            <a:srgbClr val="1F8A80">
              <a:alpha val="50000"/>
            </a:srgbClr>
          </a:solidFill>
          <a:ln w="12700">
            <a:solidFill>
              <a:srgbClr val="1F8A8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66360" y="1463040"/>
            <a:ext cx="155448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66360" y="14630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66360" y="2834640"/>
            <a:ext cx="155448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66360" y="28346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 Chai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1463040"/>
            <a:ext cx="1508760" cy="2560320"/>
          </a:xfrm>
          <a:prstGeom prst="roundRect">
            <a:avLst>
              <a:gd name="adj" fmla="val 7273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0" y="1463040"/>
            <a:ext cx="1508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order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3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097280"/>
            <a:ext cx="3291840" cy="3291840"/>
          </a:xfrm>
          <a:prstGeom prst="ellipse">
            <a:avLst/>
          </a:prstGeom>
          <a:solidFill>
            <a:srgbClr val="E8871E">
              <a:alpha val="22000"/>
            </a:srgbClr>
          </a:solidFill>
          <a:ln w="12700">
            <a:solidFill>
              <a:srgbClr val="E8871E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B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&amp; Brew delivers a complete ordering flow with a small amount of Web Forms and C# code, in a clean and responsive interface.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B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73736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database for orders and menu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page to manage the menu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login and order history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gateway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photos and order status tracking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</Words>
  <Application>Microsoft Office PowerPoint</Application>
  <PresentationFormat>On-screen Show (16:9)</PresentationFormat>
  <Paragraphs>83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Bean &amp; Brew: Online Cafe Ordering System</dc:title>
  <dc:subject>PptxGenJS Presentation</dc:subject>
  <dc:creator>PptxGenJS</dc:creator>
  <cp:lastModifiedBy>Faizal Ahmad</cp:lastModifiedBy>
  <cp:revision>2</cp:revision>
  <dcterms:created xsi:type="dcterms:W3CDTF">2026-09-24T08:14:28Z</dcterms:created>
  <dcterms:modified xsi:type="dcterms:W3CDTF">2026-09-24T08:16:06Z</dcterms:modified>
</cp:coreProperties>
</file>